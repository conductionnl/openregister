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1790DF2-4935-49EF-8CBA-7C952B4B54A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720000" y="720000"/>
            <a:ext cx="6120000" cy="3240000"/>
          </a:xfrm>
          <a:prstGeom prst="rect">
            <a:avLst/>
          </a:prstGeom>
          <a:ln w="0">
            <a:noFill/>
          </a:ln>
        </p:spPr>
      </p:sp>
      <p:sp>
        <p:nvSpPr>
          <p:cNvPr id="16" name=""/>
          <p:cNvSpPr txBox="1"/>
          <p:nvPr/>
        </p:nvSpPr>
        <p:spPr>
          <a:xfrm>
            <a:off x="720000" y="4320000"/>
            <a:ext cx="61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Vraag eerst wat ze al weten.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Laat ze daarna tekenen.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Fotosynthese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1800000"/>
            <a:ext cx="50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Planten maken voedsel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Licht, water en CO2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Blad" descr="Een blad in de zon"/>
          <p:cNvPicPr/>
          <p:nvPr/>
        </p:nvPicPr>
        <p:blipFill>
          <a:blip r:embed="rId1"/>
          <a:stretch/>
        </p:blipFill>
        <p:spPr>
          <a:xfrm>
            <a:off x="6480000" y="1800000"/>
            <a:ext cx="2160000" cy="21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Water kookt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1800000"/>
            <a:ext cx="50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Eerst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