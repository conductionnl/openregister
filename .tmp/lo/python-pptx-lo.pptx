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notesMasterIdLst>
    <p:notesMasterId r:id="rId13"/>
  </p:notesMasterIdLst>
  <p:sldIdLst>
    <p:sldId id="256" r:id="rId14"/>
    <p:sldId id="257" r:id="rId15"/>
    <p:sldId id="258" r:id="rId1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74D548CE-4126-4AC9-AD7C-B0F8DE530F4D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Vraag eerst wat ze al weten.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Laat ze daarna tekenen.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880CAC1-FAE0-48CA-9FCE-1375A6AA574E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D2849EC-FE8B-433A-A48A-94EE503601D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A0D5AA4-FAF6-49A3-8559-7BDD72EF38D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5F11659E-3ECD-4634-A405-7CE6B6CD8AC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7E14816E-924F-4161-8031-EC3A3769F07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E02FE7D4-FADE-42F8-974C-4CEF3834E78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AE990CBA-3390-472D-A2C9-9E111454B4F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C924717C-CA92-4CB9-A9E2-020B5D370E5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20C0A0F9-4259-4B73-8F1A-3AA357A7A26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9CDFD104-C6A2-4D59-9E67-0BD2FD2AB25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13FD27FB-AAB4-45AE-8783-94555C0AC84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9B7BBA12-ECD9-42C9-B914-96E6FADB260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D1623DC-DDBB-45D0-954F-66FEEF4B611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43A5A6C-6DAE-4366-9068-AE565DACFA4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29CDD77-6A5A-4486-9C29-F954678180D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8527384-D22C-4703-8A85-D8A8EE6C7E4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798C505-2418-422C-955E-0A274133553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CCC9253-AF9A-47CA-9A33-F0982140E01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3465B7D-41F5-482C-8D06-447156BAE93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11AD221-84E9-4372-B7E4-D81AD7F0EDE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1DB5648-D3F9-4F94-B060-18231E75624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C80F2B1-56D4-4E5E-82C0-EB5B682CC57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0507455-5762-4D58-BD9E-560F286A094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Fotosynthese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Planten maken voedsel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Licht, water en CO2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74" name="Blad" descr="Een blad in de zon"/>
          <p:cNvPicPr/>
          <p:nvPr/>
        </p:nvPicPr>
        <p:blipFill>
          <a:blip r:embed="rId1"/>
          <a:stretch/>
        </p:blipFill>
        <p:spPr>
          <a:xfrm>
            <a:off x="5486400" y="3657600"/>
            <a:ext cx="914040" cy="914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Water kookt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graphicFrame>
        <p:nvGraphicFramePr>
          <p:cNvPr id="76" name="Table 2"/>
          <p:cNvGraphicFramePr/>
          <p:nvPr/>
        </p:nvGraphicFramePr>
        <p:xfrm>
          <a:off x="914400" y="1828800"/>
          <a:ext cx="3657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</a:tblGrid>
              <a:tr h="9144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Cel A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Cel B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Verborgen dia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>Steve Canny</cp:lastModifiedBy>
  <dcterms:modified xsi:type="dcterms:W3CDTF">2013-01-27T09:15:58Z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