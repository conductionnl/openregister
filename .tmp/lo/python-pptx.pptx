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Vraag eerst wat ze al weten.</a:t>
            </a:r>
          </a:p>
          <a:p>
            <a:r>
              <a:t>Laat ze daarna tekenen.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Fotosynthese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Planten maken voedsel</a:t>
            </a:r>
          </a:p>
          <a:p>
            <a:r>
              <a:t>Licht, water en CO2</a:t>
            </a:r>
          </a:p>
        </p:txBody>
      </p:sp>
      <p:pic>
        <p:nvPicPr>
          <p:cNvPr id="4" name="Blad" descr="Een blad in de z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 kookt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>
                      <a:r>
                        <a:t>Cel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 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Verborgen 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